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AI-POWERED</a:t>
            </a:r>
            <a:br/>
            <a:r>
              <a:t>NUTRITION AGENT</a:t>
            </a:r>
          </a:p>
          <a:p>
            <a:pPr>
              <a:spcBef>
                <a:spcPts val="1400"/>
              </a:spcBef>
              <a:defRPr sz="1800">
                <a:solidFill>
                  <a:srgbClr val="D2D2D2"/>
                </a:solidFill>
                <a:latin typeface="Aptos"/>
              </a:defRPr>
            </a:pPr>
            <a:r>
              <a:t>Personalized • Intelligent • Real-Time Dietary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074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Built using IBM watsonx.ai, Granite Models, RAG and a multi-agent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BEBE"/>
                </a:solidFill>
                <a:latin typeface="Aptos"/>
              </a:defRPr>
            </a:pPr>
            <a:r>
              <a:t>GH Raisoni International Skill Tech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Why is personalized nutrition difficult?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People often struggle to convert general nutrition information into practical daily meals.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Diet recommendations may ignore individual goals, food preferences, activity levels and routines.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Nutritional information is spread across many sources and can be difficult to verify.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Manual meal planning and nutrition tracking are time-consuming.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Users need simple, personalized and actionable guidance instead of generic advice.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A multi-agent AI system for personalized dietary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Personalization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Understands user goals, preferences, dietary needs and lifestyle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Intelligence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Uses Granite Models and specialized agents to reason over nutrition-related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Reliable Knowledge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RAG retrieves relevant information from trusted nutritional sources before generating responses.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Provides practical meal suggestions, nutrition guidance and recommendations in a conversational format.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Designed as a modular architecture so additional agents and data sources can be added later.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High-level flow of the Nutrition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00200" cy="123444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USER INPUT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</a:p>
        </p:txBody>
      </p:sp>
      <p:sp>
        <p:nvSpPr>
          <p:cNvPr id="6" name="Right Arrow 5"/>
          <p:cNvSpPr/>
          <p:nvPr/>
        </p:nvSpPr>
        <p:spPr>
          <a:xfrm>
            <a:off x="2359152" y="2404872"/>
            <a:ext cx="502920" cy="411480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011680"/>
            <a:ext cx="1600200" cy="123444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ORCHESTRATOR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</a:p>
        </p:txBody>
      </p:sp>
      <p:sp>
        <p:nvSpPr>
          <p:cNvPr id="8" name="Right Arrow 7"/>
          <p:cNvSpPr/>
          <p:nvPr/>
        </p:nvSpPr>
        <p:spPr>
          <a:xfrm>
            <a:off x="4462272" y="2404872"/>
            <a:ext cx="502920" cy="411480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83480" y="2011680"/>
            <a:ext cx="1600200" cy="123444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SPECIALIZED AGENTS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</a:p>
        </p:txBody>
      </p:sp>
      <p:sp>
        <p:nvSpPr>
          <p:cNvPr id="10" name="Right Arrow 9"/>
          <p:cNvSpPr/>
          <p:nvPr/>
        </p:nvSpPr>
        <p:spPr>
          <a:xfrm>
            <a:off x="6611112" y="2404872"/>
            <a:ext cx="502920" cy="411480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2011680"/>
            <a:ext cx="1600200" cy="123444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RAG / KNOWLEDGE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</a:p>
        </p:txBody>
      </p:sp>
      <p:sp>
        <p:nvSpPr>
          <p:cNvPr id="12" name="Right Arrow 11"/>
          <p:cNvSpPr/>
          <p:nvPr/>
        </p:nvSpPr>
        <p:spPr>
          <a:xfrm>
            <a:off x="9171432" y="2404872"/>
            <a:ext cx="502920" cy="411480"/>
          </a:xfrm>
          <a:prstGeom prst="rightArrow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38360" y="2011680"/>
            <a:ext cx="1600200" cy="123444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PERSONALIZED RESPONSE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User provides a nutrition-related request and personal context.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The system routes the request to the appropriate agent(s).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Relevant knowledge is retrieved through RAG and used to improve factual grounding.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The system combines the results and returns an easy-to-understand recommendation.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4. Multi-Agent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Specialized agents divide the task into manageable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Nutrition Agent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Analyzes nutrition questions and provides dietary guidance.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Meal Planning Agent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Suggests practical meals based on goals, preferences and available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Tracking / Analysis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Can organize user inputs and support nutrition or lifestyle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657600"/>
            <a:ext cx="338328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Knowledge / RAG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Retrieves relevant information from the connected knowledge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338328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Coordinator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Routes requests and combines outputs into a final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5. Retrieval-Augmented Generation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Grounding responses in relevant nutritional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User query is analyzed to determine what information is needed.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The retrieval layer searches the nutrition knowledge base for relevant content.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Retrieved information is supplied as context to the language model.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Granite Model generates a response using the retrieved context and user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This approach helps reduce unsupported or generic answers and improves relevance.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257800"/>
            <a:ext cx="978408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RAG Pipeline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Query → Retrieve → Add Context → Generate → Personalized 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6.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Core technologies and platform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4173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IBM watsonx.ai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AI development and model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4173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IBM Granite Models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Large language models for intelligent response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14173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IBM Bob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Development / agent-building environment used in the solution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3383280" cy="14173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RAG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Retrieval layer for knowledge-grounded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37560"/>
            <a:ext cx="3383280" cy="14173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Knowledge Sources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Nutrition information from trusted/reference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337560"/>
            <a:ext cx="3383280" cy="141732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Web Interface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Simple interface for interacting with the Nutrition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7. Working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From a user question to a personalized 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6002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01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Collect</a:t>
            </a:r>
            <a:br/>
            <a:r>
              <a:t>User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4872" y="1920240"/>
            <a:ext cx="16002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02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Understand</a:t>
            </a:r>
            <a:br/>
            <a:r>
              <a:t>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920240"/>
            <a:ext cx="16002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03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Retrieve</a:t>
            </a:r>
            <a:br/>
            <a:r>
              <a:t>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920240"/>
            <a:ext cx="16002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04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Agent</a:t>
            </a:r>
            <a:br/>
            <a:r>
              <a:t>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8" y="1920240"/>
            <a:ext cx="16002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05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Generate</a:t>
            </a:r>
            <a:br/>
            <a:r>
              <a:t>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920240"/>
            <a:ext cx="160020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06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Present</a:t>
            </a:r>
            <a:br/>
            <a: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Example: A user asks for a healthy meal plan → the system considers the request, retrieves relevant nutrition information, reasons over the context, and returns a practical personalized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8.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What the proposed system can provide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Personalized diet and meal recommendations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Nutrition-focused conversational assistance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Knowledge-grounded responses using RAG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Modular multi-agent architecture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Goal- and preference-aware recommendations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Potential support for nutrition tracking and analysis</a:t>
            </a:r>
          </a:p>
          <a:p>
            <a:pPr>
              <a:spcAft>
                <a:spcPts val="12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Scalable design for future health-device and voice integrations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9. Benefits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How the solution improves the nutrition-planning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Convenience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Reduces the time required to search for and organize nutrition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Personalization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Adapts recommendations to the user's context instead of giving one-size-fits-all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Better Grounding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Uses retrieved knowledge to make responses more relevant and evidence-oriented.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657600"/>
            <a:ext cx="338328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Scalability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New agents, data sources and interfaces can be added without redesigning the whole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338328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/>
          <a:lstStyle/>
          <a:p>
            <a:pPr algn="ctr">
              <a:defRPr sz="1700" b="1">
                <a:solidFill>
                  <a:srgbClr val="141414"/>
                </a:solidFill>
                <a:latin typeface="Aptos"/>
              </a:defRPr>
            </a:pPr>
            <a:r>
              <a:t>User-Friendly</a:t>
            </a:r>
          </a:p>
          <a:p>
            <a:pPr>
              <a:defRPr sz="1250">
                <a:solidFill>
                  <a:srgbClr val="2D2D2D"/>
                </a:solidFill>
                <a:latin typeface="Aptos"/>
              </a:defRPr>
            </a:pPr>
            <a:r>
              <a:t>Presents complex nutrition concepts in simple, actionable language.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  <a:latin typeface="Aptos Display"/>
              </a:defRPr>
            </a:pPr>
            <a:r>
              <a:t>10.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E6E6E"/>
                </a:solidFill>
                <a:latin typeface="Aptos"/>
              </a:defRPr>
            </a:pPr>
            <a:r>
              <a:t>Possible enhancements for a more intelligent and connected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Integration with wearables and health devices to collect steps, calories, heart rate and sleep data.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AI-powered voice assistant for hands-free nutrition guidance.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Multilingual support for wider accessibility.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Real-time meal and activity recommendations using continuously updated data.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Integration with grocery planning, food databases and personalized shopping suggestions.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Advanced analytics for long-term nutrition patterns and progress tracking.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  <a:latin typeface="Aptos"/>
              </a:defRPr>
            </a:pPr>
            <a:r>
              <a:t>AI-Powered Nutrition Agent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The AI-Powered Nutrition Agent combines multi-agent AI, RAG and Granite Models to deliver personalized dietary guidance.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Its modular design supports reliable knowledge retrieval, intelligent reasoning and practical recommendations.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The solution provides a strong foundation for future integration with wearables, voice interfaces and multilingual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66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15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BEBE"/>
                </a:solidFill>
                <a:latin typeface="Aptos"/>
              </a:defRPr>
            </a:pPr>
            <a:r>
              <a:t>AI-Powered Nutrition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